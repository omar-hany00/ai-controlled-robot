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349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AI-Controlled Mobile Robot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149078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 Project · Mechatronics Engineering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 · Department of Mechatronics Engineering · Faculty of Engineering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48459"/>
            <a:ext cx="1228576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3190949"/>
            <a:ext cx="151566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95537" y="3148459"/>
            <a:ext cx="2110606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80592" y="3190949"/>
            <a:ext cx="239769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PROCESSING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3434655"/>
            <a:ext cx="1476301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1174" y="3477146"/>
            <a:ext cx="17633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ROBOTICS SIMULATION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8190"/>
            <a:ext cx="682898" cy="168250"/>
          </a:xfrm>
          <a:prstGeom prst="roundRect">
            <a:avLst>
              <a:gd name="adj" fmla="val 7899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562570" y="431378"/>
            <a:ext cx="1007194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01042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Intuitive Human–Robot Interaction?</a:t>
            </a:r>
            <a:endParaRPr lang="en-US" sz="2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74254"/>
            <a:ext cx="5204073" cy="3473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75077" y="1872555"/>
            <a:ext cx="267749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75077" y="2132037"/>
            <a:ext cx="2677492" cy="100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control: joysticks, teach pendants, fixed scripts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expertise barrier — non-specialists cannot interact naturally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response in dynamic or collaborative environments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75077" y="3225478"/>
            <a:ext cx="267749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Our Objective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75077" y="3484959"/>
            <a:ext cx="267749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a mobile robot via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 gestures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language text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specialized hardware required.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44860" cy="107603"/>
          </a:xfrm>
          <a:prstGeom prst="roundRect">
            <a:avLst>
              <a:gd name="adj" fmla="val 7905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91707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System Architecture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524869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Two Input Pipelines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671018"/>
            <a:ext cx="3989412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Gesture: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Camera → MediaPipe → EfficientNetV2 → Command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NLP: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Text → DistilBERT → Intent → Command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888903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Unified Backend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3232" y="3035052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merges both outputs, dispatches commands to MuJoCo for real-time physics-based execution.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3891"/>
            <a:ext cx="671959" cy="117649"/>
          </a:xfrm>
          <a:prstGeom prst="roundRect">
            <a:avLst>
              <a:gd name="adj" fmla="val 7908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542627" y="437108"/>
            <a:ext cx="1036141" cy="7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548432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Gesture Recognition Pipeline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6119" y="854273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96119" y="976461"/>
            <a:ext cx="4054673" cy="9525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034207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6119" y="1180654"/>
            <a:ext cx="405467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 extracts 21 hand landmarks in real time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93134" y="854273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93134" y="976461"/>
            <a:ext cx="4054748" cy="9525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1" name="Text 9"/>
          <p:cNvSpPr/>
          <p:nvPr/>
        </p:nvSpPr>
        <p:spPr>
          <a:xfrm>
            <a:off x="4593134" y="1034207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Preprocessing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93134" y="1180654"/>
            <a:ext cx="405474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and resize landmark coordinates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96119" y="1377032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496119" y="1499220"/>
            <a:ext cx="4054673" cy="9525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1556965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Classification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6119" y="1703412"/>
            <a:ext cx="405467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EfficientNetV2 maps gesture to robot command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93134" y="1377032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4593134" y="1499220"/>
            <a:ext cx="4054748" cy="9525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93134" y="1556965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93134" y="1703412"/>
            <a:ext cx="405474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dispatched to MuJoCo simulator</a:t>
            </a:r>
            <a:endParaRPr lang="en-US" sz="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05074"/>
            <a:ext cx="8151763" cy="2824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1054596" cy="107603"/>
          </a:xfrm>
          <a:prstGeom prst="roundRect">
            <a:avLst>
              <a:gd name="adj" fmla="val 7905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426815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PROCESSING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Fine-Tuning DistilBERT for Command Classification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38846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Training Approach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534617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CSV dataset: command sentences + intent labels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DistilBERT fine-tuned via PyTorch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Learns semantic variations of the same command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84991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Example Mappings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3232" y="2996059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"Move forward" / "Go ahead" →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FORWARD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"Turn left" / "Rotate right" →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TURN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"Open gripper" / "Close gripper" →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GRIPPER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2700"/>
            <a:ext cx="740346" cy="171673"/>
          </a:xfrm>
          <a:prstGeom prst="roundRect">
            <a:avLst>
              <a:gd name="adj" fmla="val 7897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563835" y="446559"/>
            <a:ext cx="1062112" cy="103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20316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FastAPI Backend &amp; Communication Layer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1009204"/>
            <a:ext cx="81517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Responsibilities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20701"/>
            <a:ext cx="1970410" cy="972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0517" y="1447949"/>
            <a:ext cx="165876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Unified Interface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0517" y="1678409"/>
            <a:ext cx="1658764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predictions from both AI models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6495" y="1320701"/>
            <a:ext cx="1970484" cy="9720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0893" y="1447949"/>
            <a:ext cx="16588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Command Normalization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40893" y="1678409"/>
            <a:ext cx="1658838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outputs to a standardized command format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6946" y="1320701"/>
            <a:ext cx="1970484" cy="9720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01344" y="1447949"/>
            <a:ext cx="16588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Simulator Dispatch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01344" y="1678409"/>
            <a:ext cx="1658838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Sends commands to MuJoCo in real time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7397" y="1320701"/>
            <a:ext cx="1970484" cy="97207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61795" y="1447949"/>
            <a:ext cx="16588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Modularity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861795" y="1678409"/>
            <a:ext cx="1658838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Loose coupling enables independent component testing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1028" y="2393975"/>
            <a:ext cx="4121869" cy="2336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2249"/>
            <a:ext cx="868263" cy="215354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34739"/>
            <a:ext cx="115535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430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MuJoCo Physics Simulation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9364"/>
            <a:ext cx="5177582" cy="2912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1804988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Simulation Capabilities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168203"/>
            <a:ext cx="2628230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rigid-body dynamics and contact physics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robot model: differential-drive wheels + 2-DOF arm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execution of AI-generated wheel and joint commands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feedback for debugging and demonstration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3164"/>
            <a:ext cx="851520" cy="208583"/>
          </a:xfrm>
          <a:prstGeom prst="roundRect">
            <a:avLst>
              <a:gd name="adj" fmla="val 7901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74315"/>
            <a:ext cx="1143967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94953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Technologies Used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23603"/>
            <a:ext cx="274662" cy="274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764506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Python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058814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language for all modules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8787" y="1323603"/>
            <a:ext cx="274662" cy="274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8787" y="1764506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OpenCV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68787" y="2058814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capture and preprocessing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1454" y="1323603"/>
            <a:ext cx="274662" cy="274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1454" y="1764506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MediaPipe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1454" y="2058814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hand landmark extraction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541166"/>
            <a:ext cx="274662" cy="274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2982069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PyTorch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96119" y="3276377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framework for training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8787" y="2541166"/>
            <a:ext cx="274662" cy="274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68787" y="2982069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EfficientNetV2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268787" y="3276377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classification model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1454" y="2541166"/>
            <a:ext cx="274662" cy="2746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41454" y="2982069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DistilBERT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041454" y="3276377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Fine-tuned intent classifier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3758729"/>
            <a:ext cx="274662" cy="27466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6119" y="4199632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FastAPI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496119" y="4493940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API and integration layer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68787" y="3758729"/>
            <a:ext cx="274662" cy="27466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268787" y="4199632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MuJoCo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3268787" y="4493940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Physics-based robot simulation</a:t>
            </a:r>
            <a:endParaRPr lang="en-US" sz="10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41454" y="3758729"/>
            <a:ext cx="274662" cy="27466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041454" y="4199632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31" name="Text 20"/>
          <p:cNvSpPr/>
          <p:nvPr/>
        </p:nvSpPr>
        <p:spPr>
          <a:xfrm>
            <a:off x="6041454" y="4493940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and collaboration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8253"/>
            <a:ext cx="746596" cy="195114"/>
          </a:xfrm>
          <a:prstGeom prst="roundRect">
            <a:avLst>
              <a:gd name="adj" fmla="val 7902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573137" y="466725"/>
            <a:ext cx="1049759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6987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Challenges, Results &amp; Future 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362298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Challenges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1679377"/>
            <a:ext cx="3919165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NLP dataset creation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gesture recognition under lighting variation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Multi-component AI integration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2464966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Results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2782044"/>
            <a:ext cx="3919165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and NLP intent classification operational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control in MuJoCo simulation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Modular, extensible 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3479" y="1362298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Work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624" y="1700361"/>
            <a:ext cx="192658" cy="1926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50941" y="1693962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command support (ASR)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2324993"/>
            <a:ext cx="192658" cy="1926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50941" y="2318593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gesture vocabulary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1624" y="2949625"/>
            <a:ext cx="192658" cy="1926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0941" y="2943225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 2 integration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1624" y="3574256"/>
            <a:ext cx="192658" cy="1926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50941" y="3567857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on physical hardware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1624" y="4198888"/>
            <a:ext cx="192658" cy="19265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50941" y="4192488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detection and autonomous navigation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96119" y="749796"/>
            <a:ext cx="4048199" cy="463897"/>
          </a:xfrm>
          <a:prstGeom prst="roundRect">
            <a:avLst>
              <a:gd name="adj" fmla="val 2865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584671" y="838349"/>
            <a:ext cx="387109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4671" y="1009948"/>
            <a:ext cx="387109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 + EfficientNetV2 for real-time gesture recognition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99682" y="749796"/>
            <a:ext cx="4048199" cy="463897"/>
          </a:xfrm>
          <a:prstGeom prst="roundRect">
            <a:avLst>
              <a:gd name="adj" fmla="val 2865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4688235" y="838349"/>
            <a:ext cx="387109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Natural Language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88235" y="1009948"/>
            <a:ext cx="387109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Fine-tuned DistilBERT for intent classification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96119" y="1269057"/>
            <a:ext cx="4048199" cy="463897"/>
          </a:xfrm>
          <a:prstGeom prst="roundRect">
            <a:avLst>
              <a:gd name="adj" fmla="val 2865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584671" y="1357610"/>
            <a:ext cx="387109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4671" y="1529209"/>
            <a:ext cx="387109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unifies both pipelines into one control interface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599682" y="1269057"/>
            <a:ext cx="4048199" cy="463897"/>
          </a:xfrm>
          <a:prstGeom prst="roundRect">
            <a:avLst>
              <a:gd name="adj" fmla="val 2865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4688235" y="1357610"/>
            <a:ext cx="387109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Simulation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88235" y="1529209"/>
            <a:ext cx="387109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MuJoCo validates robot behavior in a physics-accurate environment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96119" y="1845022"/>
            <a:ext cx="241674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sz="6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6525" y="1857524"/>
            <a:ext cx="3800475" cy="236964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97861" y="1845022"/>
            <a:ext cx="241674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96119" y="4372496"/>
            <a:ext cx="8151763" cy="382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 —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2026-08-03T04:52:40Z</dcterms:created>
  <dcterms:modified xsi:type="dcterms:W3CDTF">2026-08-03T04:52:40Z</dcterms:modified>
</cp:coreProperties>
</file>